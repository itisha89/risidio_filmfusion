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1fa1d25cb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41fa1d25cb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1fa1d25cb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1fa1d25cb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41fa1d25cb_0_7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41fa1d25cb_0_7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41fa1d25cb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41fa1d25cb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41fa1d25cb_0_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41fa1d25cb_0_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1fa1d25cb_0_8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1fa1d25cb_0_8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240025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/>
              <a:t>Monetisation Strategy and AI-Driven Financial Solutions for FilmFusion</a:t>
            </a:r>
            <a:endParaRPr sz="4000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3309575" y="518700"/>
            <a:ext cx="2227325" cy="88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7565575" y="0"/>
            <a:ext cx="1578425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063" y="1979813"/>
            <a:ext cx="7439025" cy="143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6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7565575" y="0"/>
            <a:ext cx="1578425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597" y="0"/>
            <a:ext cx="149340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6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8" name="Google Shape;78;p16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7565575" y="0"/>
            <a:ext cx="1578425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1" y="0"/>
            <a:ext cx="4247224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7565575" y="0"/>
            <a:ext cx="1578425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05950"/>
            <a:ext cx="9144003" cy="4000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 rotWithShape="1">
          <a:blip r:embed="rId3">
            <a:alphaModFix/>
          </a:blip>
          <a:srcRect b="30500" l="0" r="0" t="29500"/>
          <a:stretch/>
        </p:blipFill>
        <p:spPr>
          <a:xfrm>
            <a:off x="7565575" y="0"/>
            <a:ext cx="1578425" cy="627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9599" y="1311074"/>
            <a:ext cx="1471925" cy="2784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